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Libre Baskerville" panose="020F0502020204030204" pitchFamily="2" charset="0"/>
      <p:regular r:id="rId14"/>
    </p:embeddedFont>
    <p:embeddedFont>
      <p:font typeface="Open Sans" panose="020F0502020204030204" pitchFamily="34" charset="0"/>
      <p:regular r:id="rId15"/>
    </p:embeddedFont>
    <p:embeddedFont>
      <p:font typeface="Open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424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8531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FILEMIND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451570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Intelligent File Access Prediction System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679998"/>
            <a:ext cx="6296860" cy="339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Operating Systems and System Programming — Review-2 / PBL-2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Team Members: 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Shravya - 2510030123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Harshini - 2510030139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Anil - 2510030319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Deekshith - 2510030389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788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Literature Review: Intelligent File Access &amp; Prefetching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7720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research and technology areas that inform FileMind: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092252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4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Approach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What it does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Main Limitation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Traditional Caching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Stores recently used files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 future prediction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Sequential Prefetching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Loads expected next files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Weak for irregular access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Pattern-Based Methods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Uses previous access patterns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Limited adaptability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ML-Based Prediction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Predicts future access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Requires historical data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77863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Existing Systems Do — and Where They Stop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233360" y="2088257"/>
            <a:ext cx="6906444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 file-access flow: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33360" y="2753519"/>
            <a:ext cx="2925094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Strengths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233360" y="3274120"/>
            <a:ext cx="2925094" cy="2205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implementation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Recently used files can be cached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repeated access in some cases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Prefetching can improve sequential access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11476" y="2753519"/>
            <a:ext cx="2925094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Limitations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8611476" y="3274120"/>
            <a:ext cx="2925094" cy="2843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Reactive rather than predictive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Does not learn individual user behaviour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Irregular access patterns are difficult to handle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 caching is not personalised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Disk access still occurs when required file is not prepared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426270"/>
            <a:ext cx="2588453" cy="2152055"/>
          </a:xfrm>
          <a:prstGeom prst="roundRect">
            <a:avLst>
              <a:gd name="adj" fmla="val 1256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841552" y="1606352"/>
            <a:ext cx="222829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 — Higher Access Time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1552" y="2272308"/>
            <a:ext cx="2228298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Files may require disk retrieval after the user requests them, causing latency.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1572" y="1426270"/>
            <a:ext cx="2588453" cy="2152055"/>
          </a:xfrm>
          <a:prstGeom prst="roundRect">
            <a:avLst>
              <a:gd name="adj" fmla="val 1256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3601650" y="1606352"/>
            <a:ext cx="222829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 — Unnecessary Disk I/O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601650" y="2272308"/>
            <a:ext cx="222829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Repeated file reads generate avoidable disk operations and wear.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1670" y="1426270"/>
            <a:ext cx="2588453" cy="2152055"/>
          </a:xfrm>
          <a:prstGeom prst="roundRect">
            <a:avLst>
              <a:gd name="adj" fmla="val 1256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6361747" y="1606352"/>
            <a:ext cx="222829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 — No User Behaviour Learning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361747" y="2553791"/>
            <a:ext cx="222829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systems do not learn individual file-access habits.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41767" y="1426270"/>
            <a:ext cx="2588453" cy="2152055"/>
          </a:xfrm>
          <a:prstGeom prst="roundRect">
            <a:avLst>
              <a:gd name="adj" fmla="val 1256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9121844" y="1606352"/>
            <a:ext cx="222829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 — No Future Prediction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121844" y="2272308"/>
            <a:ext cx="222829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does not anticipate which file will be required next.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475" y="3749973"/>
            <a:ext cx="10868745" cy="1026120"/>
          </a:xfrm>
          <a:prstGeom prst="roundRect">
            <a:avLst>
              <a:gd name="adj" fmla="val 2634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552" y="3930055"/>
            <a:ext cx="1050859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05 — Limited Optimisation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41552" y="4314527"/>
            <a:ext cx="1050859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 caching does not adapt to individual usage patterns.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1475" y="501421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449391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Traditional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61475" y="5902523"/>
            <a:ext cx="582419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 → Search → Access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1961" y="5449391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FileMind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321961" y="5902523"/>
            <a:ext cx="582419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Observe → Predict → Prepare → Access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78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Gap Identified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2649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systems: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141538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Cache recently used files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 sequential prefetching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Analyse access patterns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 approaches use prediction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GAP — Limited integration of: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277122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file-access monitoring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access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Intelligent next-file prediction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OS-level prefetching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589766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NEED: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proactive file-access system that predicts the user's next file and prepares it before the actual request.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15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Solution — FileMind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102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FileMind implements an end-to-end pipeline in five stages: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25278"/>
            <a:ext cx="3496877" cy="1744762"/>
          </a:xfrm>
          <a:prstGeom prst="roundRect">
            <a:avLst>
              <a:gd name="adj" fmla="val 1625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243969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Access Monitoring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284837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Continuously track file-access activity via OS hooks and system-call tracing.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225278"/>
            <a:ext cx="3496877" cy="1744762"/>
          </a:xfrm>
          <a:prstGeom prst="roundRect">
            <a:avLst>
              <a:gd name="adj" fmla="val 1625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1766" y="243969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Access History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61766" y="284837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time-stamped history of file usage for each user and session.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225278"/>
            <a:ext cx="3496877" cy="1744762"/>
          </a:xfrm>
          <a:prstGeom prst="roundRect">
            <a:avLst>
              <a:gd name="adj" fmla="val 1625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650" y="243969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Pattern Analysis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47650" y="284837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meaningful and repeated sequences or temporal correlations.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159052"/>
            <a:ext cx="5339820" cy="1442343"/>
          </a:xfrm>
          <a:prstGeom prst="roundRect">
            <a:avLst>
              <a:gd name="adj" fmla="val 1966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881" y="4373463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ML Prediction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75881" y="4782145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lightweight machine-learning models to estimate the next-file probability.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159052"/>
            <a:ext cx="5339820" cy="1442343"/>
          </a:xfrm>
          <a:prstGeom prst="roundRect">
            <a:avLst>
              <a:gd name="adj" fmla="val 1966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4708" y="4373463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 Intelligent Prefetching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404708" y="4782145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Prefetch the predicted file into memory using OS-level prefetch mechanisms.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475" y="581402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Flow: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Monitor → Record → Analyse → Predict → Prefetch → Access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891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FileMind System Architecture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22052"/>
            <a:ext cx="10868745" cy="5314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223" y="1445943"/>
            <a:ext cx="2349003" cy="301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&amp; OS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6223" y="1818376"/>
            <a:ext cx="2349003" cy="388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Interaction between user and the operating system.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915601" y="1445943"/>
            <a:ext cx="2349003" cy="603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&amp; HISTORY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915601" y="2120160"/>
            <a:ext cx="2349003" cy="582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programming accesses user's file history.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6223" y="4239274"/>
            <a:ext cx="2349003" cy="603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MACHINE LEARNING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6223" y="4913491"/>
            <a:ext cx="2349003" cy="388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Applies algorithms to predict user needs.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04732" y="4239274"/>
            <a:ext cx="2349003" cy="603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PREFETCH &amp; ACCESS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04732" y="4913491"/>
            <a:ext cx="2349003" cy="388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 enables faster file access for efficiency.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40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FileMind Works — Data Flow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43" y="2212677"/>
            <a:ext cx="10784511" cy="34013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1697" y="3157681"/>
            <a:ext cx="1891307" cy="5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Initiate &amp; Capture Access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21697" y="3852952"/>
            <a:ext cx="1891307" cy="70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Begin the process by capturing user access patterns.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899159" y="3157681"/>
            <a:ext cx="1891307" cy="5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Store &amp; Analyse History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99159" y="3852952"/>
            <a:ext cx="1891307" cy="70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Securely store and analyse historical access data.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11914" y="3157681"/>
            <a:ext cx="1891307" cy="5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Predict &amp; Prefetch File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11914" y="3852952"/>
            <a:ext cx="1891307" cy="70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analysis to predict and prefetch required files.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67807" y="3157681"/>
            <a:ext cx="1891307" cy="5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Deliver Faster Access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967807" y="3852952"/>
            <a:ext cx="1891307" cy="70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accelerated access to prefetched content.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88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Implementation &amp; Technology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1952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Operating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2505373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/ Ubuntu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977852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System integration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access event capture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Disk I/O coordination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206280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Programming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1475" y="474970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 / C++ implementation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5222180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system calls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handling and monitoring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1961952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32776" y="2505373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Python-based analysis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32776" y="2977852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NumPy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Scikit-learn (lightweight models)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2776" y="4206280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Development Tools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32776" y="4749701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GCC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763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Expected Outcomes &amp; Conclusion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5372"/>
            <a:ext cx="738169" cy="73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8536" y="1705372"/>
            <a:ext cx="1578432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Faster File Access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28536" y="2396629"/>
            <a:ext cx="1578432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Prefetching predicted files reduces wait time when predictions are correct.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859" y="1705372"/>
            <a:ext cx="738169" cy="738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02920" y="1705372"/>
            <a:ext cx="1578432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Reduced Disk I/O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402920" y="2396629"/>
            <a:ext cx="1578432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Preparing files in advance lowers repeated and redundant disk operations.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244" y="1705372"/>
            <a:ext cx="738169" cy="7381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77305" y="1705372"/>
            <a:ext cx="1578432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Improved Responsiveness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177305" y="2687340"/>
            <a:ext cx="1578432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anticipates likely future requests to deliver quicker interactions.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4628" y="1705372"/>
            <a:ext cx="738169" cy="7381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51689" y="1705372"/>
            <a:ext cx="1578531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Adaptive File Management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951689" y="2396629"/>
            <a:ext cx="1578531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behaviour refines predictions and adapts to individual users over time.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4374257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Conclusion: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FileMind transforms reactive file access into proactive file access by combining continuous monitoring, pattern analysis, prediction and OS-level prefetching.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61475" y="5239544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FileMind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61475" y="5804991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Predict. Prefetch. Perform.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682" y="32777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YOU!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Office PowerPoint</Application>
  <PresentationFormat>Widescreen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Libre Baskerville</vt:lpstr>
      <vt:lpstr>Open Sans</vt:lpstr>
      <vt:lpstr>Arial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komala shravya</dc:creator>
  <cp:lastModifiedBy>komala shravya</cp:lastModifiedBy>
  <cp:revision>1</cp:revision>
  <dcterms:created xsi:type="dcterms:W3CDTF">2026-09-15T15:40:45Z</dcterms:created>
  <dcterms:modified xsi:type="dcterms:W3CDTF">2026-09-15T15:41:19Z</dcterms:modified>
</cp:coreProperties>
</file>